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654DF5-2745-B666-C2AE-3B5255F22C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3BEF65-EF81-D824-DF98-C6F7602012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688BA-8764-685D-9D2C-36E879D90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A8B63A-EBA4-4529-6D88-4BE87963E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8FE959-A16A-E3A7-C11D-766774ABE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5716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0BEAC6-2847-E51E-4AF1-1990A036E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6F26E8-F188-E9EA-5D85-50EBFBE512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26B245-5FB0-61E5-4308-93DD531F39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A9705B-916B-DD39-7732-CA0D3EC2EE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54B79-A1EF-D6E7-7DE2-8C042B7E98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9914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F952C-CFEE-D3DB-765E-CF4A72A8A2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576D2E-9E51-2334-5FAA-6B20449512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2C9B9-F5C8-FAA0-7A73-689E66972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005247-873A-33AF-30D0-0DD9EB07F5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C932F2E-1932-3C8B-45A9-AEBD4D6B6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449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81F2E-D18B-F08C-9835-FD3670C82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0DAFA-A65D-841F-5087-C4141BA380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B7BA2A-1A50-271B-A12F-AA8FE2CAE4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1432E1F-2A87-857B-F468-872F1BCE0B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D6ACD5-44DE-FB8E-031E-F7C27D911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1063BF7-C301-52CA-CC81-583ED6901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8461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248F3-2A57-2ABF-5CD1-EE03BAAC3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CD3E18-18B1-C842-E55A-D04C2AD7ED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9EE817-7DF0-92B2-5CFA-AE794D28A7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1455838-6B60-32A8-78EE-1A90CDFF99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B44877-7223-BC6B-FA37-1FD45C89BB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B0AB4F-1D8E-B55F-2A51-C38F2D68E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C826A34-CF25-7393-E77A-8BC15E429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FBC252-CE5C-A0E9-9924-08E40B9F5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64465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4B656-B789-3BA8-776B-3271AC1F27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C58C23-7B1B-FF49-CE0B-98EE01A7BE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779912-5892-8420-CAF8-A043B6EE1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3CC0E7-2F8B-97B6-7EF8-751F49E6DD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85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E555A4-5604-A220-83BB-308C27681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0BC9CD1-9F0D-5E43-AB0D-EF066B4FD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C6457-E3DD-BF51-7BEB-E6DBC9B0A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02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BCEC05-50D8-1CDA-ED66-9562FB8E4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B71E62-B2A4-297F-1151-13AFAA0562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772A64-7A97-3B7E-3020-8DB3543EC7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971EAC-DF79-7561-538C-0BBD98981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AB665E-FBCE-22B3-0AEC-85EC81E5F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3DD79D-8F72-1ADE-2042-0FB569FD0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0683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CE062-1402-626E-40E2-6F3284497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893487-2503-1DBD-8423-2A36536C6B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1BE150-D961-AC00-5BE9-BD1343B7BD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4679D7-4BC3-DDB7-1660-AA309D9569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ECD05E-4F11-BC1B-D258-2D20E71D5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1B1311-D162-A511-82C8-1164689DB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129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BF437-678A-4240-81D5-A5533BAE3B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825DA86-342F-5F84-F67E-8B41B4B4BD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44DC75-7563-0B8B-F313-19434B74A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61AEB-FF63-00CD-ACF8-2D11D25BE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60199-E837-52DC-CA4A-AF9ED73CA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2891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66AC4F-333C-2CDD-EC45-CE06964719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058B26-2209-AC46-3937-F2D2E6DB25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DDE4AC-E844-F486-14D0-195220F82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C2B0A9-CA9B-84BD-70F0-37B33A785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2A2608-CDCD-992F-922C-6EDEDB989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6286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D418179-26FC-DB95-E673-91348C0FB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5440A-47A8-9DEF-52CE-6BA8F9307F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56D7AB-FA92-65F9-D288-59BD523730F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44AB5A-9D8E-4481-A396-CB6B03F4DD0D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A6437-D4C7-89CF-C03B-F5D8ED1D3E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7FFCCE-CA6B-26DA-AB0B-B95575D5D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B45C51-E8F7-4BE5-A00B-624EFF38A4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2478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C1EDBF-1B36-8956-7ED7-9B0AC27B2A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AI-Assisted Scripture Display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18983C-A100-B169-211B-60E9955604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TCNJ AI/ML Group</a:t>
            </a:r>
          </a:p>
        </p:txBody>
      </p:sp>
    </p:spTree>
    <p:extLst>
      <p:ext uri="{BB962C8B-B14F-4D97-AF65-F5344CB8AC3E}">
        <p14:creationId xmlns:p14="http://schemas.microsoft.com/office/powerpoint/2010/main" val="25002072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A91C21-48C8-3B03-FD0D-7AC6FCF51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2E23246-1615-A7BA-B861-C172673CF17D}"/>
              </a:ext>
            </a:extLst>
          </p:cNvPr>
          <p:cNvSpPr/>
          <p:nvPr/>
        </p:nvSpPr>
        <p:spPr>
          <a:xfrm>
            <a:off x="1445342" y="2625214"/>
            <a:ext cx="1396181" cy="75462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/>
              <a:t>ffmpeg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A19CA-8B07-4395-C4D2-7250F6CCA321}"/>
              </a:ext>
            </a:extLst>
          </p:cNvPr>
          <p:cNvSpPr/>
          <p:nvPr/>
        </p:nvSpPr>
        <p:spPr>
          <a:xfrm>
            <a:off x="3446796" y="2418735"/>
            <a:ext cx="2010108" cy="116824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script.py</a:t>
            </a:r>
          </a:p>
          <a:p>
            <a:pPr algn="ctr"/>
            <a:r>
              <a:rPr lang="en-US" sz="1200" dirty="0"/>
              <a:t>Convert speech to text</a:t>
            </a:r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Dependency:</a:t>
            </a:r>
          </a:p>
          <a:p>
            <a:pPr algn="ctr"/>
            <a:r>
              <a:rPr lang="en-US" sz="1200" dirty="0"/>
              <a:t>pip install </a:t>
            </a:r>
            <a:r>
              <a:rPr lang="en-US" sz="1200" dirty="0" err="1"/>
              <a:t>SpeechRecognition</a:t>
            </a:r>
            <a:r>
              <a:rPr lang="en-US" sz="1200" dirty="0"/>
              <a:t>[audio]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3B3C9E-46A2-E901-1356-EB19183B6E82}"/>
              </a:ext>
            </a:extLst>
          </p:cNvPr>
          <p:cNvSpPr txBox="1"/>
          <p:nvPr/>
        </p:nvSpPr>
        <p:spPr>
          <a:xfrm>
            <a:off x="398311" y="5604387"/>
            <a:ext cx="929690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CLI:</a:t>
            </a:r>
          </a:p>
          <a:p>
            <a:r>
              <a:rPr lang="en-US" sz="1200" dirty="0" err="1"/>
              <a:t>ffmpeg</a:t>
            </a:r>
            <a:r>
              <a:rPr lang="en-US" sz="1200" dirty="0"/>
              <a:t> –f </a:t>
            </a:r>
            <a:r>
              <a:rPr lang="en-US" sz="1200" dirty="0" err="1"/>
              <a:t>dshow</a:t>
            </a:r>
            <a:r>
              <a:rPr lang="en-US" sz="1200" dirty="0"/>
              <a:t> –i audio=“&lt;Audio Source name&gt;” –</a:t>
            </a:r>
            <a:r>
              <a:rPr lang="en-US" sz="1200" dirty="0" err="1"/>
              <a:t>ar</a:t>
            </a:r>
            <a:r>
              <a:rPr lang="en-US" sz="1200" dirty="0"/>
              <a:t> 16000 –ac 1 –f wav pipe:1 | python script.py | python parser.py | python bibleshow.py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D7F2FAD-57EA-D9DE-C263-EF43B97ECB7E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2841523" y="3002527"/>
            <a:ext cx="605273" cy="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69041C8-DE25-CF9D-68F8-E5B676CFB411}"/>
              </a:ext>
            </a:extLst>
          </p:cNvPr>
          <p:cNvCxnSpPr>
            <a:cxnSpLocks/>
            <a:stCxn id="6" idx="3"/>
          </p:cNvCxnSpPr>
          <p:nvPr/>
        </p:nvCxnSpPr>
        <p:spPr>
          <a:xfrm flipV="1">
            <a:off x="5456904" y="3002527"/>
            <a:ext cx="1750141" cy="33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07A07B28-E0EC-4C74-58D0-C6AC75BCCD00}"/>
              </a:ext>
            </a:extLst>
          </p:cNvPr>
          <p:cNvSpPr/>
          <p:nvPr/>
        </p:nvSpPr>
        <p:spPr>
          <a:xfrm>
            <a:off x="6037005" y="2145605"/>
            <a:ext cx="2349910" cy="169750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parser.py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00" dirty="0"/>
              <a:t>Convert text to </a:t>
            </a:r>
            <a:r>
              <a:rPr lang="en-US" sz="1000" dirty="0" err="1"/>
              <a:t>Bibleshow</a:t>
            </a:r>
            <a:r>
              <a:rPr lang="en-US" sz="1000" dirty="0"/>
              <a:t> bible verse format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00" dirty="0"/>
              <a:t>Identify the scripture in the text and display all the bible verses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00" dirty="0"/>
              <a:t>Convert text to bible verse in a specific format</a:t>
            </a: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F1B3E0F-27D9-783E-F467-899E3A75E6C0}"/>
              </a:ext>
            </a:extLst>
          </p:cNvPr>
          <p:cNvCxnSpPr>
            <a:endCxn id="5" idx="1"/>
          </p:cNvCxnSpPr>
          <p:nvPr/>
        </p:nvCxnSpPr>
        <p:spPr>
          <a:xfrm>
            <a:off x="838200" y="3002527"/>
            <a:ext cx="60714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A4FE9201-3A90-ABCB-CD34-3EF8957B351F}"/>
              </a:ext>
            </a:extLst>
          </p:cNvPr>
          <p:cNvSpPr txBox="1"/>
          <p:nvPr/>
        </p:nvSpPr>
        <p:spPr>
          <a:xfrm>
            <a:off x="141754" y="2578860"/>
            <a:ext cx="100001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Audio input</a:t>
            </a:r>
          </a:p>
          <a:p>
            <a:endParaRPr lang="en-US" sz="1200" dirty="0"/>
          </a:p>
          <a:p>
            <a:endParaRPr lang="en-US" sz="1200" dirty="0"/>
          </a:p>
          <a:p>
            <a:r>
              <a:rPr lang="en-US" sz="1200" dirty="0"/>
              <a:t>Mic/speaker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982D4D1-E56D-2B17-2629-9F7E17C64FA7}"/>
              </a:ext>
            </a:extLst>
          </p:cNvPr>
          <p:cNvSpPr/>
          <p:nvPr/>
        </p:nvSpPr>
        <p:spPr>
          <a:xfrm>
            <a:off x="9124335" y="2015154"/>
            <a:ext cx="2005781" cy="195528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bibleshow.py</a:t>
            </a:r>
            <a:endParaRPr lang="en-US" sz="1000" b="1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00" dirty="0"/>
              <a:t>Search for scripture in </a:t>
            </a:r>
            <a:r>
              <a:rPr lang="en-US" sz="1000" dirty="0" err="1"/>
              <a:t>BibleShow</a:t>
            </a:r>
            <a:endParaRPr lang="en-US" sz="1000" dirty="0"/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00" dirty="0"/>
              <a:t>Launch </a:t>
            </a:r>
            <a:r>
              <a:rPr lang="en-US" sz="1000" dirty="0" err="1"/>
              <a:t>BibleSHow</a:t>
            </a:r>
            <a:r>
              <a:rPr lang="en-US" sz="1000" dirty="0"/>
              <a:t> if not already active and display the scripture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n-US" sz="1000" dirty="0"/>
              <a:t>Search for the spoken scripture</a:t>
            </a:r>
          </a:p>
          <a:p>
            <a:pPr algn="ctr"/>
            <a:endParaRPr lang="en-US" sz="1200" dirty="0"/>
          </a:p>
          <a:p>
            <a:pPr algn="ctr"/>
            <a:endParaRPr lang="en-US" sz="1200" dirty="0"/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0A84818-B9DC-4362-1058-54C57DD561C5}"/>
              </a:ext>
            </a:extLst>
          </p:cNvPr>
          <p:cNvCxnSpPr>
            <a:cxnSpLocks/>
            <a:stCxn id="12" idx="3"/>
            <a:endCxn id="17" idx="1"/>
          </p:cNvCxnSpPr>
          <p:nvPr/>
        </p:nvCxnSpPr>
        <p:spPr>
          <a:xfrm flipV="1">
            <a:off x="8386915" y="2992798"/>
            <a:ext cx="737420" cy="156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3D9B909-D00C-145A-0EB9-DE9FD5423F16}"/>
              </a:ext>
            </a:extLst>
          </p:cNvPr>
          <p:cNvSpPr txBox="1"/>
          <p:nvPr/>
        </p:nvSpPr>
        <p:spPr>
          <a:xfrm>
            <a:off x="2860831" y="2737138"/>
            <a:ext cx="59182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speech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862DDBE-AC66-010E-E5FA-FE5EDA36D65E}"/>
              </a:ext>
            </a:extLst>
          </p:cNvPr>
          <p:cNvSpPr txBox="1"/>
          <p:nvPr/>
        </p:nvSpPr>
        <p:spPr>
          <a:xfrm>
            <a:off x="5445176" y="2737137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text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BEC4D2C-2F7D-06D3-A2A0-C2B07DE42472}"/>
              </a:ext>
            </a:extLst>
          </p:cNvPr>
          <p:cNvSpPr txBox="1"/>
          <p:nvPr/>
        </p:nvSpPr>
        <p:spPr>
          <a:xfrm>
            <a:off x="8439532" y="2756306"/>
            <a:ext cx="39145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text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CB52B11-9017-DA60-27AD-9787EC39D44A}"/>
              </a:ext>
            </a:extLst>
          </p:cNvPr>
          <p:cNvSpPr txBox="1"/>
          <p:nvPr/>
        </p:nvSpPr>
        <p:spPr>
          <a:xfrm>
            <a:off x="3401348" y="3611793"/>
            <a:ext cx="2435282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Uses Google Speech API</a:t>
            </a:r>
          </a:p>
          <a:p>
            <a:r>
              <a:rPr lang="en-US" sz="1000" dirty="0"/>
              <a:t>Replace with a speech-to-text ML model</a:t>
            </a:r>
          </a:p>
          <a:p>
            <a:r>
              <a:rPr lang="en-US" sz="1000" dirty="0"/>
              <a:t>Running locally on the PC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6FE428-2AFE-069D-8CA1-91D2E264E84D}"/>
              </a:ext>
            </a:extLst>
          </p:cNvPr>
          <p:cNvSpPr txBox="1"/>
          <p:nvPr/>
        </p:nvSpPr>
        <p:spPr>
          <a:xfrm>
            <a:off x="1442343" y="3440749"/>
            <a:ext cx="13789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/>
              <a:t>Needs to be installed </a:t>
            </a:r>
          </a:p>
          <a:p>
            <a:r>
              <a:rPr lang="en-US" sz="1000" dirty="0"/>
              <a:t>locally on the PC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32BA1A2-8AE2-FB31-315D-E8027AFBBC6E}"/>
              </a:ext>
            </a:extLst>
          </p:cNvPr>
          <p:cNvSpPr txBox="1"/>
          <p:nvPr/>
        </p:nvSpPr>
        <p:spPr>
          <a:xfrm>
            <a:off x="6096000" y="3907142"/>
            <a:ext cx="52931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TODO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D092333-1344-87ED-2A2B-0A403D87D118}"/>
              </a:ext>
            </a:extLst>
          </p:cNvPr>
          <p:cNvSpPr txBox="1"/>
          <p:nvPr/>
        </p:nvSpPr>
        <p:spPr>
          <a:xfrm>
            <a:off x="9072716" y="4043528"/>
            <a:ext cx="2501006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b="1" dirty="0"/>
              <a:t>TODO</a:t>
            </a:r>
          </a:p>
          <a:p>
            <a:r>
              <a:rPr lang="en-US" sz="1000" dirty="0"/>
              <a:t>Robotic Process Automation can</a:t>
            </a:r>
          </a:p>
          <a:p>
            <a:r>
              <a:rPr lang="en-US" sz="1000" dirty="0"/>
              <a:t>be used to control </a:t>
            </a:r>
            <a:r>
              <a:rPr lang="en-US" sz="1000" dirty="0" err="1"/>
              <a:t>BibleShow</a:t>
            </a:r>
            <a:endParaRPr lang="en-US" sz="1000" dirty="0"/>
          </a:p>
          <a:p>
            <a:endParaRPr lang="en-US" sz="1000" dirty="0"/>
          </a:p>
          <a:p>
            <a:r>
              <a:rPr lang="en-US" sz="1000" dirty="0"/>
              <a:t>Or, we can create an electron App</a:t>
            </a:r>
          </a:p>
          <a:p>
            <a:r>
              <a:rPr lang="en-US" sz="1000" dirty="0"/>
              <a:t>In </a:t>
            </a:r>
            <a:r>
              <a:rPr lang="en-US" sz="1000" dirty="0" err="1"/>
              <a:t>Javaacript</a:t>
            </a:r>
            <a:r>
              <a:rPr lang="en-US" sz="1000" dirty="0"/>
              <a:t> that implements all 3 scripts </a:t>
            </a:r>
          </a:p>
          <a:p>
            <a:r>
              <a:rPr lang="en-US" sz="1000" dirty="0"/>
              <a:t>(</a:t>
            </a:r>
            <a:r>
              <a:rPr lang="en-US" sz="1000" dirty="0" err="1"/>
              <a:t>i.e</a:t>
            </a:r>
            <a:r>
              <a:rPr lang="en-US" sz="1000" dirty="0"/>
              <a:t> script.py, parser.py &amp; bibleshow.py)</a:t>
            </a:r>
          </a:p>
        </p:txBody>
      </p:sp>
    </p:spTree>
    <p:extLst>
      <p:ext uri="{BB962C8B-B14F-4D97-AF65-F5344CB8AC3E}">
        <p14:creationId xmlns:p14="http://schemas.microsoft.com/office/powerpoint/2010/main" val="655233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2A109-3D52-2CD2-D19B-B67C3B035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script.py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FE46B9-2CDC-C038-58DB-772FBC7459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920109"/>
            <a:ext cx="6569009" cy="301778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5D509F-FF8B-50D6-C490-9372936888CA}"/>
              </a:ext>
            </a:extLst>
          </p:cNvPr>
          <p:cNvSpPr txBox="1"/>
          <p:nvPr/>
        </p:nvSpPr>
        <p:spPr>
          <a:xfrm>
            <a:off x="838200" y="5584722"/>
            <a:ext cx="68101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/>
              <a:t>Test</a:t>
            </a:r>
          </a:p>
          <a:p>
            <a:r>
              <a:rPr lang="en-US" sz="1200" dirty="0" err="1"/>
              <a:t>ffmpeg</a:t>
            </a:r>
            <a:r>
              <a:rPr lang="en-US" sz="1200" dirty="0"/>
              <a:t> –f </a:t>
            </a:r>
            <a:r>
              <a:rPr lang="en-US" sz="1200" dirty="0" err="1"/>
              <a:t>dshow</a:t>
            </a:r>
            <a:r>
              <a:rPr lang="en-US" sz="1200" dirty="0"/>
              <a:t> –i audio=“&lt;Audio Source name&gt;” –</a:t>
            </a:r>
            <a:r>
              <a:rPr lang="en-US" sz="1200" dirty="0" err="1"/>
              <a:t>ar</a:t>
            </a:r>
            <a:r>
              <a:rPr lang="en-US" sz="1200" dirty="0"/>
              <a:t> 16000 –ac 1 –f wav pipe:1 | python script.py </a:t>
            </a:r>
          </a:p>
        </p:txBody>
      </p:sp>
    </p:spTree>
    <p:extLst>
      <p:ext uri="{BB962C8B-B14F-4D97-AF65-F5344CB8AC3E}">
        <p14:creationId xmlns:p14="http://schemas.microsoft.com/office/powerpoint/2010/main" val="1996155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</TotalTime>
  <Words>226</Words>
  <Application>Microsoft Office PowerPoint</Application>
  <PresentationFormat>Widescreen</PresentationFormat>
  <Paragraphs>42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AI-Assisted Scripture Display</vt:lpstr>
      <vt:lpstr>Architecture</vt:lpstr>
      <vt:lpstr>script.py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Austin Aigbe</dc:creator>
  <cp:lastModifiedBy>Austin Aigbe</cp:lastModifiedBy>
  <cp:revision>2</cp:revision>
  <dcterms:created xsi:type="dcterms:W3CDTF">2025-11-11T16:59:08Z</dcterms:created>
  <dcterms:modified xsi:type="dcterms:W3CDTF">2025-11-11T17:32:14Z</dcterms:modified>
</cp:coreProperties>
</file>